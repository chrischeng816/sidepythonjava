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3608" y="-9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B340A-E0EB-8C40-9409-1FFF7FACF38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36365-B677-D44E-91FC-E140571685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0EDA1-C987-DA4A-B537-2A2FE375E7C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BB8DA-73BB-EE4C-B4E5-A3AC4805299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49876B99-1F5C-4E45-ACF8-A757952A32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Graphic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DCFE7AC9-246F-274F-90B0-9B5F72AD257B}" type="datetime1">
              <a:rPr lang="en-US" smtClean="0"/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5FA7-125C-0C4A-A698-3C3B1B89F9E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aphic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C47E-A1DB-2145-AD89-7CD67B27643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1612-8457-0F45-9037-542885C50CD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2B47-1129-A14A-A2B6-9E4149B6642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8229600" cy="871538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6"/>
            <a:ext cx="5111750" cy="35182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5497-67D5-5B4B-AD21-B28310D102A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A91A-B92F-8744-80AE-4EADCD339B7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4605-632E-8E46-B0E8-8E407C6C1C1B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2654638"/>
            <a:ext cx="5486400" cy="285292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-Johnny Appleseed</a:t>
            </a:r>
            <a:endParaRPr lang="en-US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49605" y="1390769"/>
            <a:ext cx="7854315" cy="1047631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800">
                <a:latin typeface="+mn-lt"/>
              </a:defRPr>
            </a:lvl1pPr>
          </a:lstStyle>
          <a:p>
            <a:pPr lvl="0"/>
            <a:r>
              <a:rPr lang="en-US" dirty="0" smtClean="0"/>
              <a:t>“Type a quote here.”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fld id="{7527057D-347E-4F49-87E4-D800B7A46B0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fld id="{3CD5B470-24F1-6744-BE88-730898E97D2D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7658"/>
            <a:ext cx="7772400" cy="1102519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371600" y="1884489"/>
            <a:ext cx="6400800" cy="1314450"/>
          </a:xfrm>
        </p:spPr>
        <p:txBody>
          <a:bodyPr/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rmal_presentation_powerpoint_2">
  <a:themeElements>
    <a:clrScheme name="Custom WM">
      <a:dk1>
        <a:sysClr val="windowText" lastClr="000000"/>
      </a:dk1>
      <a:lt1>
        <a:sysClr val="window" lastClr="FFFFFF"/>
      </a:lt1>
      <a:dk2>
        <a:srgbClr val="B9975B"/>
      </a:dk2>
      <a:lt2>
        <a:srgbClr val="EEECE1"/>
      </a:lt2>
      <a:accent1>
        <a:srgbClr val="115740"/>
      </a:accent1>
      <a:accent2>
        <a:srgbClr val="D0D3D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6600"/>
      </a:hlink>
      <a:folHlink>
        <a:srgbClr val="0066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On-screen Show (16:9)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Avenir Next Regular</vt:lpstr>
      <vt:lpstr>Segoe Print</vt:lpstr>
      <vt:lpstr>Arial</vt:lpstr>
      <vt:lpstr>黑体</vt:lpstr>
      <vt:lpstr>微软雅黑</vt:lpstr>
      <vt:lpstr>Arial Unicode MS</vt:lpstr>
      <vt:lpstr>Calibri</vt:lpstr>
      <vt:lpstr>informal_presentation_powerpoint_2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Amelia Rooks</dc:creator>
  <cp:lastModifiedBy>Crizz</cp:lastModifiedBy>
  <cp:revision>20</cp:revision>
  <dcterms:created xsi:type="dcterms:W3CDTF">2014-11-18T19:43:00Z</dcterms:created>
  <dcterms:modified xsi:type="dcterms:W3CDTF">2025-10-23T18:02:54Z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E17EA0E9DA644809BF8B3FBA5C4EF622_11</vt:lpwstr>
  </property>
  <property fmtid="{D5CDD505-2E9C-101B-9397-08002B2CF9AE}" pid="3" name="KSOProductBuildVer">
    <vt:lpwstr>2052-12.1.0.23125</vt:lpwstr>
  </property>
</Properties>
</file>